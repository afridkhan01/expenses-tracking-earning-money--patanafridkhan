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760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C2C46"/>
                </a:solidFill>
              </a:defRPr>
            </a:pPr>
            <a:r>
              <a:t>Smart Expense Tracking</a:t>
            </a:r>
            <a:br/>
            <a:r>
              <a:t>&amp; Earning Management</a:t>
            </a:r>
          </a:p>
          <a:p>
            <a:pPr>
              <a:spcBef>
                <a:spcPts val="1400"/>
              </a:spcBef>
              <a:defRPr sz="2100">
                <a:solidFill>
                  <a:srgbClr val="3069BE"/>
                </a:solidFill>
              </a:defRPr>
            </a:pPr>
            <a:r>
              <a:t>Mini Project Presentation</a:t>
            </a:r>
          </a:p>
          <a:p>
            <a:pPr>
              <a:spcBef>
                <a:spcPts val="2400"/>
              </a:spcBef>
              <a:defRPr sz="1700">
                <a:solidFill>
                  <a:srgbClr val="646E7D"/>
                </a:solidFill>
              </a:defRPr>
            </a:pPr>
            <a:r>
              <a:t>Presented by Patan Afrid Khan</a:t>
            </a:r>
            <a:br/>
            <a:r>
              <a:t>BBA • Viswam Degree and PG College</a:t>
            </a:r>
          </a:p>
        </p:txBody>
      </p:sp>
      <p:pic>
        <p:nvPicPr>
          <p:cNvPr id="4" name="Picture 3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14400"/>
            <a:ext cx="498348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C46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Managing money is an important skill for college students.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Students may receive money from family, scholarships, internships, part-time work or other sources.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Without planning, small daily expenses can become a large monthly cost.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This project connects expense tracking, budgeting, saving and responsible earning.</a:t>
            </a:r>
          </a:p>
        </p:txBody>
      </p:sp>
      <p:pic>
        <p:nvPicPr>
          <p:cNvPr id="5" name="Picture 4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25880"/>
            <a:ext cx="48006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C46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Lack of proper expense tracking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Unplanned spending and impulse purchases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Difficulty separating needs from wants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Limited awareness of budgeting and saving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Dependence on family for regular expenses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Limited knowledge of suitable student earning opportunities</a:t>
            </a:r>
          </a:p>
        </p:txBody>
      </p:sp>
      <p:pic>
        <p:nvPicPr>
          <p:cNvPr id="5" name="Picture 4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25880"/>
            <a:ext cx="48006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C46"/>
                </a:solidFill>
              </a:defRPr>
            </a:pPr>
            <a:r>
              <a:t>3.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Understand common sources of student income.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Identify major categories of student expenses.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Create a simple and practical expense-tracking method.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Encourage monthly budgeting and realistic saving.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Explore skill-based earning opportunities.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Promote responsible financial decision-making.</a:t>
            </a:r>
          </a:p>
        </p:txBody>
      </p:sp>
      <p:pic>
        <p:nvPicPr>
          <p:cNvPr id="5" name="Picture 4" descr="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554480"/>
            <a:ext cx="48006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C46"/>
                </a:solidFill>
              </a:defRPr>
            </a:pPr>
            <a:r>
              <a:t>4. Expense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Record every expense, including small purchases.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Use categories such as food, transport, education, mobile, personal and entertainment.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Review spending weekly or monthly.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Compare actual spending with the planned budget.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Identify unnecessary expenses and adjust future spending.</a:t>
            </a:r>
          </a:p>
        </p:txBody>
      </p:sp>
      <p:pic>
        <p:nvPicPr>
          <p:cNvPr id="5" name="Picture 4" descr="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234440"/>
            <a:ext cx="4983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C46"/>
                </a:solidFill>
              </a:defRPr>
            </a:pPr>
            <a:r>
              <a:t>5. Sample Monthly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Illustration: student monthly income of ₹10,000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5486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3069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3069B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Food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₹2,500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Transport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₹1,500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Education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₹1,000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Mobile/Internet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₹500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Personal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₹1,000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Entertainment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₹500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₹2,000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Emergency/Other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C2C46"/>
                          </a:solidFill>
                        </a:defRPr>
                      </a:pPr>
                      <a:r>
                        <a:t>₹1,000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25880"/>
            <a:ext cx="498348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C46"/>
                </a:solidFill>
              </a:defRPr>
            </a:pPr>
            <a:r>
              <a:t>6. Ways Students Can Earn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C2C46"/>
                </a:solidFill>
              </a:defRPr>
            </a:pPr>
            <a:r>
              <a:t>Part-time jobs and internships</a:t>
            </a:r>
          </a:p>
          <a:p>
            <a:pPr>
              <a:spcAft>
                <a:spcPts val="1200"/>
              </a:spcAft>
              <a:defRPr sz="1700">
                <a:solidFill>
                  <a:srgbClr val="1C2C46"/>
                </a:solidFill>
              </a:defRPr>
            </a:pPr>
            <a:r>
              <a:t>Tutoring or academic support</a:t>
            </a:r>
          </a:p>
          <a:p>
            <a:pPr>
              <a:spcAft>
                <a:spcPts val="1200"/>
              </a:spcAft>
              <a:defRPr sz="1700">
                <a:solidFill>
                  <a:srgbClr val="1C2C46"/>
                </a:solidFill>
              </a:defRPr>
            </a:pPr>
            <a:r>
              <a:t>Freelance writing, design or video editing</a:t>
            </a:r>
          </a:p>
          <a:p>
            <a:pPr>
              <a:spcAft>
                <a:spcPts val="1200"/>
              </a:spcAft>
              <a:defRPr sz="1700">
                <a:solidFill>
                  <a:srgbClr val="1C2C46"/>
                </a:solidFill>
              </a:defRPr>
            </a:pPr>
            <a:r>
              <a:t>Social media management</a:t>
            </a:r>
          </a:p>
          <a:p>
            <a:pPr>
              <a:spcAft>
                <a:spcPts val="1200"/>
              </a:spcAft>
              <a:defRPr sz="1700">
                <a:solidFill>
                  <a:srgbClr val="1C2C46"/>
                </a:solidFill>
              </a:defRPr>
            </a:pPr>
            <a:r>
              <a:t>Selling useful digital products</a:t>
            </a:r>
          </a:p>
          <a:p>
            <a:pPr>
              <a:spcAft>
                <a:spcPts val="1200"/>
              </a:spcAft>
              <a:defRPr sz="1700">
                <a:solidFill>
                  <a:srgbClr val="1C2C46"/>
                </a:solidFill>
              </a:defRPr>
            </a:pPr>
            <a:r>
              <a:t>Campus-related services or small businesses</a:t>
            </a:r>
          </a:p>
          <a:p>
            <a:pPr>
              <a:spcAft>
                <a:spcPts val="1200"/>
              </a:spcAft>
              <a:defRPr sz="1700">
                <a:solidFill>
                  <a:srgbClr val="1C2C46"/>
                </a:solidFill>
              </a:defRPr>
            </a:pPr>
            <a:r>
              <a:t>Content creation and skill-based services</a:t>
            </a:r>
          </a:p>
        </p:txBody>
      </p:sp>
      <p:pic>
        <p:nvPicPr>
          <p:cNvPr id="5" name="Picture 4" descr="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25880"/>
            <a:ext cx="489204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C46"/>
                </a:solidFill>
              </a:defRPr>
            </a:pPr>
            <a:r>
              <a:t>7. Proposed Money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6400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C2C46"/>
                </a:solidFill>
              </a:defRPr>
            </a:pPr>
            <a:r>
              <a:t>1. Record income — list every source of money received.</a:t>
            </a:r>
          </a:p>
          <a:p>
            <a:pPr>
              <a:spcAft>
                <a:spcPts val="1200"/>
              </a:spcAft>
              <a:defRPr sz="1600">
                <a:solidFill>
                  <a:srgbClr val="1C2C46"/>
                </a:solidFill>
              </a:defRPr>
            </a:pPr>
            <a:r>
              <a:t>2. Record expenses — enter daily spending by category.</a:t>
            </a:r>
          </a:p>
          <a:p>
            <a:pPr>
              <a:spcAft>
                <a:spcPts val="1200"/>
              </a:spcAft>
              <a:defRPr sz="1600">
                <a:solidFill>
                  <a:srgbClr val="1C2C46"/>
                </a:solidFill>
              </a:defRPr>
            </a:pPr>
            <a:r>
              <a:t>3. Analyze — identify high-spending areas.</a:t>
            </a:r>
          </a:p>
          <a:p>
            <a:pPr>
              <a:spcAft>
                <a:spcPts val="1200"/>
              </a:spcAft>
              <a:defRPr sz="1600">
                <a:solidFill>
                  <a:srgbClr val="1C2C46"/>
                </a:solidFill>
              </a:defRPr>
            </a:pPr>
            <a:r>
              <a:t>4. Set a budget — create limits for essential and non-essential spending.</a:t>
            </a:r>
          </a:p>
          <a:p>
            <a:pPr>
              <a:spcAft>
                <a:spcPts val="1200"/>
              </a:spcAft>
              <a:defRPr sz="1600">
                <a:solidFill>
                  <a:srgbClr val="1C2C46"/>
                </a:solidFill>
              </a:defRPr>
            </a:pPr>
            <a:r>
              <a:t>5. Save — set aside a realistic amount regularly.</a:t>
            </a:r>
          </a:p>
          <a:p>
            <a:pPr>
              <a:spcAft>
                <a:spcPts val="1200"/>
              </a:spcAft>
              <a:defRPr sz="1600">
                <a:solidFill>
                  <a:srgbClr val="1C2C46"/>
                </a:solidFill>
              </a:defRPr>
            </a:pPr>
            <a:r>
              <a:t>6. Increase income — develop useful skills and explore suitable opportunities.</a:t>
            </a:r>
          </a:p>
        </p:txBody>
      </p:sp>
      <p:pic>
        <p:nvPicPr>
          <p:cNvPr id="5" name="Picture 4" descr="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00200"/>
            <a:ext cx="45720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C46"/>
                </a:solidFill>
              </a:defRPr>
            </a:pPr>
            <a:r>
              <a:t>8. Benefits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Better awareness of spending habits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Reduced unnecessary expenses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Improved budgeting and saving discipline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Clearer financial goals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Encourages skill development and responsible earning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Supports more organized personal financial decisions</a:t>
            </a:r>
          </a:p>
        </p:txBody>
      </p:sp>
      <p:pic>
        <p:nvPicPr>
          <p:cNvPr id="5" name="Picture 4" descr="bene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25880"/>
            <a:ext cx="489204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C46"/>
                </a:solidFill>
              </a:defRPr>
            </a:pPr>
            <a: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Managing money is not only about earning more; it is also about using money wisely.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A simple tracking system can make spending visible and easier to control.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Budgeting and saving can support short-term and long-term financial goals.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Students can strengthen their financial position by combining responsible spending with skill-based earning.</a:t>
            </a:r>
          </a:p>
          <a:p>
            <a:pPr>
              <a:spcAft>
                <a:spcPts val="1200"/>
              </a:spcAft>
              <a:defRPr sz="1800">
                <a:solidFill>
                  <a:srgbClr val="1C2C46"/>
                </a:solidFill>
              </a:defRPr>
            </a:pPr>
            <a:r>
              <a:t>Key cycle: Track → Plan → Save → Earn → Grow</a:t>
            </a:r>
          </a:p>
        </p:txBody>
      </p:sp>
      <p:pic>
        <p:nvPicPr>
          <p:cNvPr id="5" name="Picture 4" descr="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08760"/>
            <a:ext cx="470916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